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8" r:id="rId4"/>
    <p:sldId id="269" r:id="rId5"/>
    <p:sldId id="270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7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39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45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34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72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64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31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8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F270B-D3A0-4F88-AAD9-CA2399688AF9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A91B-3275-45C8-A6BA-7181ED983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53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Weekly Report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mtClean="0"/>
              <a:t>guoxin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5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工作汇报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完成对</a:t>
            </a:r>
            <a:r>
              <a:rPr lang="en-US" altLang="zh-CN" smtClean="0"/>
              <a:t>Exploring </a:t>
            </a:r>
            <a:r>
              <a:rPr lang="en-US" altLang="zh-CN"/>
              <a:t>Simple Siamese Representation </a:t>
            </a:r>
            <a:r>
              <a:rPr lang="en-US" altLang="zh-CN" smtClean="0"/>
              <a:t>Learning</a:t>
            </a:r>
            <a:r>
              <a:rPr lang="zh-CN" altLang="en-US" smtClean="0"/>
              <a:t>的阅读</a:t>
            </a:r>
            <a:endParaRPr lang="en-US" altLang="zh-CN" smtClean="0"/>
          </a:p>
          <a:p>
            <a:r>
              <a:rPr lang="zh-CN" altLang="en-US" smtClean="0"/>
              <a:t>针对新的框架完成代码实现，并进行了一组实验。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8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smtClean="0"/>
              <a:t>基于</a:t>
            </a:r>
            <a:r>
              <a:rPr lang="en-US" altLang="zh-CN" sz="2000"/>
              <a:t>Contrastive Learning for </a:t>
            </a:r>
            <a:r>
              <a:rPr lang="en-US" altLang="zh-CN" sz="2000" smtClean="0"/>
              <a:t>Unpaired Image-to-Image Translation</a:t>
            </a:r>
            <a:r>
              <a:rPr lang="zh-CN" altLang="en-US" sz="2000" smtClean="0"/>
              <a:t>进行图像底层任务的框架设计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13" y="1718877"/>
            <a:ext cx="8695173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6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立方体 12"/>
          <p:cNvSpPr/>
          <p:nvPr/>
        </p:nvSpPr>
        <p:spPr>
          <a:xfrm>
            <a:off x="3898899" y="1928088"/>
            <a:ext cx="741217" cy="728520"/>
          </a:xfrm>
          <a:prstGeom prst="cube">
            <a:avLst>
              <a:gd name="adj" fmla="val 879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/>
          <p:cNvSpPr/>
          <p:nvPr/>
        </p:nvSpPr>
        <p:spPr>
          <a:xfrm>
            <a:off x="3786907" y="1801090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手动操作 6"/>
          <p:cNvSpPr/>
          <p:nvPr/>
        </p:nvSpPr>
        <p:spPr>
          <a:xfrm rot="16200000">
            <a:off x="2396836" y="1796472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489199" y="2124470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sp>
        <p:nvSpPr>
          <p:cNvPr id="9" name="流程图: 手动操作 8"/>
          <p:cNvSpPr/>
          <p:nvPr/>
        </p:nvSpPr>
        <p:spPr>
          <a:xfrm rot="5400000">
            <a:off x="4959927" y="1796471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52290" y="2124469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D</a:t>
            </a:r>
            <a:r>
              <a:rPr lang="en-US" altLang="zh-CN"/>
              <a:t>e</a:t>
            </a:r>
            <a:r>
              <a:rPr lang="en-US" altLang="zh-CN" smtClean="0"/>
              <a:t>coder</a:t>
            </a:r>
          </a:p>
          <a:p>
            <a:endParaRPr lang="zh-CN" altLang="en-US"/>
          </a:p>
        </p:txBody>
      </p:sp>
      <p:sp>
        <p:nvSpPr>
          <p:cNvPr id="14" name="立方体 13"/>
          <p:cNvSpPr/>
          <p:nvPr/>
        </p:nvSpPr>
        <p:spPr>
          <a:xfrm>
            <a:off x="10406703" y="1928088"/>
            <a:ext cx="741217" cy="728520"/>
          </a:xfrm>
          <a:prstGeom prst="cube">
            <a:avLst>
              <a:gd name="adj" fmla="val 8792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/>
          <p:cNvSpPr/>
          <p:nvPr/>
        </p:nvSpPr>
        <p:spPr>
          <a:xfrm>
            <a:off x="10294711" y="1801090"/>
            <a:ext cx="965203" cy="98251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76" y="1801089"/>
            <a:ext cx="1626219" cy="108527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484" y="1801089"/>
            <a:ext cx="1626220" cy="1085273"/>
          </a:xfrm>
          <a:prstGeom prst="rect">
            <a:avLst/>
          </a:prstGeom>
        </p:spPr>
      </p:pic>
      <p:cxnSp>
        <p:nvCxnSpPr>
          <p:cNvPr id="19" name="直接箭头连接符 18"/>
          <p:cNvCxnSpPr>
            <a:stCxn id="16" idx="3"/>
            <a:endCxn id="7" idx="0"/>
          </p:cNvCxnSpPr>
          <p:nvPr/>
        </p:nvCxnSpPr>
        <p:spPr>
          <a:xfrm>
            <a:off x="2049095" y="2343726"/>
            <a:ext cx="343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486727" y="2343726"/>
            <a:ext cx="300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9" idx="2"/>
          </p:cNvCxnSpPr>
          <p:nvPr/>
        </p:nvCxnSpPr>
        <p:spPr>
          <a:xfrm>
            <a:off x="4552545" y="2343726"/>
            <a:ext cx="402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17" idx="1"/>
          </p:cNvCxnSpPr>
          <p:nvPr/>
        </p:nvCxnSpPr>
        <p:spPr>
          <a:xfrm>
            <a:off x="6049819" y="2343726"/>
            <a:ext cx="271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流程图: 手动操作 31"/>
          <p:cNvSpPr/>
          <p:nvPr/>
        </p:nvSpPr>
        <p:spPr>
          <a:xfrm rot="16200000">
            <a:off x="8444197" y="1796471"/>
            <a:ext cx="1085273" cy="1094509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536560" y="2124469"/>
            <a:ext cx="1200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Encoder</a:t>
            </a:r>
          </a:p>
          <a:p>
            <a:endParaRPr lang="zh-CN" altLang="en-US"/>
          </a:p>
        </p:txBody>
      </p:sp>
      <p:cxnSp>
        <p:nvCxnSpPr>
          <p:cNvPr id="34" name="直接箭头连接符 33"/>
          <p:cNvCxnSpPr>
            <a:stCxn id="17" idx="3"/>
            <a:endCxn id="32" idx="0"/>
          </p:cNvCxnSpPr>
          <p:nvPr/>
        </p:nvCxnSpPr>
        <p:spPr>
          <a:xfrm flipV="1">
            <a:off x="7947704" y="2343725"/>
            <a:ext cx="491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左大括号 41"/>
          <p:cNvSpPr/>
          <p:nvPr/>
        </p:nvSpPr>
        <p:spPr>
          <a:xfrm rot="5400000">
            <a:off x="5673415" y="-1370990"/>
            <a:ext cx="506067" cy="5801521"/>
          </a:xfrm>
          <a:prstGeom prst="leftBrac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164601" y="745715"/>
            <a:ext cx="1770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Share weights</a:t>
            </a:r>
            <a:endParaRPr lang="zh-CN" altLang="en-US"/>
          </a:p>
        </p:txBody>
      </p:sp>
      <p:cxnSp>
        <p:nvCxnSpPr>
          <p:cNvPr id="53" name="直接箭头连接符 52"/>
          <p:cNvCxnSpPr/>
          <p:nvPr/>
        </p:nvCxnSpPr>
        <p:spPr>
          <a:xfrm>
            <a:off x="9534088" y="2343725"/>
            <a:ext cx="760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4955309" y="4850064"/>
            <a:ext cx="1297708" cy="7782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MLP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8" name="肘形连接符 57"/>
          <p:cNvCxnSpPr>
            <a:stCxn id="12" idx="3"/>
          </p:cNvCxnSpPr>
          <p:nvPr/>
        </p:nvCxnSpPr>
        <p:spPr>
          <a:xfrm rot="16200000" flipH="1">
            <a:off x="3140717" y="3705254"/>
            <a:ext cx="2736240" cy="892943"/>
          </a:xfrm>
          <a:prstGeom prst="bentConnector3">
            <a:avLst>
              <a:gd name="adj1" fmla="val 99621"/>
            </a:avLst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15" idx="3"/>
            <a:endCxn id="54" idx="1"/>
          </p:cNvCxnSpPr>
          <p:nvPr/>
        </p:nvCxnSpPr>
        <p:spPr>
          <a:xfrm rot="5400000">
            <a:off x="6534958" y="1203958"/>
            <a:ext cx="2455565" cy="5614861"/>
          </a:xfrm>
          <a:prstGeom prst="bentConnector4">
            <a:avLst>
              <a:gd name="adj1" fmla="val 67278"/>
              <a:gd name="adj2" fmla="val 104071"/>
            </a:avLst>
          </a:prstGeom>
          <a:ln w="2222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6270133" y="4981477"/>
            <a:ext cx="2557077" cy="213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3" name="立方体 82"/>
          <p:cNvSpPr/>
          <p:nvPr/>
        </p:nvSpPr>
        <p:spPr>
          <a:xfrm>
            <a:off x="8939202" y="4633214"/>
            <a:ext cx="450657" cy="449485"/>
          </a:xfrm>
          <a:prstGeom prst="cube">
            <a:avLst>
              <a:gd name="adj" fmla="val 8792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立方体 83"/>
          <p:cNvSpPr/>
          <p:nvPr/>
        </p:nvSpPr>
        <p:spPr>
          <a:xfrm>
            <a:off x="8827210" y="4552437"/>
            <a:ext cx="586840" cy="606196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立方体 87"/>
          <p:cNvSpPr/>
          <p:nvPr/>
        </p:nvSpPr>
        <p:spPr>
          <a:xfrm>
            <a:off x="8880318" y="5191301"/>
            <a:ext cx="475391" cy="472366"/>
          </a:xfrm>
          <a:prstGeom prst="cube">
            <a:avLst>
              <a:gd name="adj" fmla="val 879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立方体 88"/>
          <p:cNvSpPr/>
          <p:nvPr/>
        </p:nvSpPr>
        <p:spPr>
          <a:xfrm>
            <a:off x="8795000" y="5082699"/>
            <a:ext cx="619049" cy="637055"/>
          </a:xfrm>
          <a:prstGeom prst="cube">
            <a:avLst>
              <a:gd name="adj" fmla="val 42922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箭头连接符 95"/>
          <p:cNvCxnSpPr>
            <a:endCxn id="38" idx="1"/>
          </p:cNvCxnSpPr>
          <p:nvPr/>
        </p:nvCxnSpPr>
        <p:spPr>
          <a:xfrm flipV="1">
            <a:off x="6270133" y="5522610"/>
            <a:ext cx="698446" cy="1075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1" name="右大括号 100"/>
          <p:cNvSpPr/>
          <p:nvPr/>
        </p:nvSpPr>
        <p:spPr>
          <a:xfrm>
            <a:off x="9610928" y="4850064"/>
            <a:ext cx="126359" cy="7393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9829665" y="5044936"/>
            <a:ext cx="121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similarity</a:t>
            </a:r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492" y="5725075"/>
            <a:ext cx="2735817" cy="647756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192" y="5788919"/>
            <a:ext cx="2940359" cy="570776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6968579" y="5366169"/>
            <a:ext cx="1387950" cy="3128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Predictor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38" idx="3"/>
          </p:cNvCxnSpPr>
          <p:nvPr/>
        </p:nvCxnSpPr>
        <p:spPr>
          <a:xfrm flipV="1">
            <a:off x="8356529" y="5515609"/>
            <a:ext cx="438471" cy="7001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 flipV="1">
            <a:off x="7065818" y="4812382"/>
            <a:ext cx="1071649" cy="309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293452" y="4377226"/>
            <a:ext cx="206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Stop gradient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62551" y="3435927"/>
            <a:ext cx="1567114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Discriminator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肘形连接符 20"/>
          <p:cNvCxnSpPr>
            <a:stCxn id="17" idx="2"/>
            <a:endCxn id="6" idx="1"/>
          </p:cNvCxnSpPr>
          <p:nvPr/>
        </p:nvCxnSpPr>
        <p:spPr>
          <a:xfrm rot="16200000" flipH="1">
            <a:off x="7308335" y="2712620"/>
            <a:ext cx="780474" cy="11279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1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使用</a:t>
            </a:r>
            <a:r>
              <a:rPr lang="en-US" altLang="zh-CN" smtClean="0"/>
              <a:t>mse</a:t>
            </a:r>
            <a:r>
              <a:rPr lang="zh-CN" altLang="en-US" smtClean="0"/>
              <a:t>作为</a:t>
            </a:r>
            <a:r>
              <a:rPr lang="en-US" altLang="zh-CN" smtClean="0"/>
              <a:t>similarity</a:t>
            </a:r>
            <a:r>
              <a:rPr lang="zh-CN" altLang="en-US" smtClean="0"/>
              <a:t>衡量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653" y="1587788"/>
            <a:ext cx="6253692" cy="4690269"/>
          </a:xfrm>
        </p:spPr>
      </p:pic>
    </p:spTree>
    <p:extLst>
      <p:ext uri="{BB962C8B-B14F-4D97-AF65-F5344CB8AC3E}">
        <p14:creationId xmlns:p14="http://schemas.microsoft.com/office/powerpoint/2010/main" val="123562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58" y="1197490"/>
            <a:ext cx="5801784" cy="4351338"/>
          </a:xfr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442" y="1197490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0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892" y="857252"/>
            <a:ext cx="2438400" cy="2438400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540" y="859416"/>
            <a:ext cx="2438400" cy="2438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716" y="859416"/>
            <a:ext cx="2438400" cy="2438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614" y="3694547"/>
            <a:ext cx="1706913" cy="25577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377" y="3800476"/>
            <a:ext cx="2466727" cy="16461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540" y="3819379"/>
            <a:ext cx="2438400" cy="162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存在问题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Predictor</a:t>
            </a:r>
            <a:r>
              <a:rPr lang="zh-CN" altLang="en-US" smtClean="0"/>
              <a:t>输出的值为</a:t>
            </a:r>
            <a:r>
              <a:rPr lang="en-US" altLang="zh-CN" smtClean="0"/>
              <a:t>1e-4</a:t>
            </a:r>
            <a:r>
              <a:rPr lang="zh-CN" altLang="en-US" smtClean="0"/>
              <a:t>量级，使得</a:t>
            </a:r>
            <a:r>
              <a:rPr lang="en-US" altLang="zh-CN" smtClean="0"/>
              <a:t>l2 norm</a:t>
            </a:r>
            <a:r>
              <a:rPr lang="zh-CN" altLang="en-US" smtClean="0"/>
              <a:t>后的</a:t>
            </a:r>
            <a:r>
              <a:rPr lang="en-US" altLang="zh-CN" smtClean="0"/>
              <a:t>mse loss</a:t>
            </a:r>
            <a:r>
              <a:rPr lang="zh-CN" altLang="en-US" smtClean="0"/>
              <a:t>值过小</a:t>
            </a:r>
            <a:endParaRPr lang="en-US" altLang="zh-CN" smtClean="0"/>
          </a:p>
          <a:p>
            <a:r>
              <a:rPr lang="zh-CN" altLang="en-US" smtClean="0"/>
              <a:t>针对原始的</a:t>
            </a:r>
            <a:r>
              <a:rPr lang="en-US" altLang="zh-CN"/>
              <a:t>Contrastive Learning for Unpaired Image-to-Image </a:t>
            </a:r>
            <a:r>
              <a:rPr lang="en-US" altLang="zh-CN" smtClean="0"/>
              <a:t>Translation</a:t>
            </a:r>
            <a:r>
              <a:rPr lang="zh-CN" altLang="en-US" smtClean="0"/>
              <a:t>进行测量。</a:t>
            </a:r>
            <a:endParaRPr lang="en-US" altLang="zh-CN" smtClean="0"/>
          </a:p>
          <a:p>
            <a:r>
              <a:rPr lang="zh-CN" altLang="en-US" smtClean="0"/>
              <a:t>尝试使用</a:t>
            </a:r>
            <a:r>
              <a:rPr lang="en-US" altLang="zh-CN" smtClean="0"/>
              <a:t>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405490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96</Words>
  <Application>Microsoft Office PowerPoint</Application>
  <PresentationFormat>宽屏</PresentationFormat>
  <Paragraphs>20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Weekly Report</vt:lpstr>
      <vt:lpstr>工作汇报</vt:lpstr>
      <vt:lpstr>基于Contrastive Learning for Unpaired Image-to-Image Translation进行图像底层任务的框架设计</vt:lpstr>
      <vt:lpstr>PowerPoint 演示文稿</vt:lpstr>
      <vt:lpstr>使用mse作为similarity衡量</vt:lpstr>
      <vt:lpstr>PowerPoint 演示文稿</vt:lpstr>
      <vt:lpstr>PowerPoint 演示文稿</vt:lpstr>
      <vt:lpstr>存在问题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</dc:title>
  <dc:creator>19938</dc:creator>
  <cp:lastModifiedBy>19938</cp:lastModifiedBy>
  <cp:revision>22</cp:revision>
  <dcterms:created xsi:type="dcterms:W3CDTF">2020-11-29T13:13:01Z</dcterms:created>
  <dcterms:modified xsi:type="dcterms:W3CDTF">2020-12-07T10:15:58Z</dcterms:modified>
</cp:coreProperties>
</file>